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80" r:id="rId2"/>
    <p:sldId id="286" r:id="rId3"/>
    <p:sldId id="287" r:id="rId4"/>
    <p:sldId id="288" r:id="rId5"/>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032E33-9567-DC8E-3818-9C6E4F112D8C}" name="Stacey Greene" initials="SG" userId="S::agreene@stevens.edu::8691361d-68f7-40e3-a002-b2b2c8069a8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1ADBDC-8D27-A524-D576-855777271C00}" v="15" dt="2026-04-21T17:03:25.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16"/>
    <p:restoredTop sz="96301"/>
  </p:normalViewPr>
  <p:slideViewPr>
    <p:cSldViewPr snapToGrid="0" snapToObjects="1">
      <p:cViewPr varScale="1">
        <p:scale>
          <a:sx n="122" d="100"/>
          <a:sy n="122" d="100"/>
        </p:scale>
        <p:origin x="115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186247763"/>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7BEC07CF-DE1C-5A16-AFE3-58045ECDE00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Arial Nova" panose="020F0502020204030204" pitchFamily="34" charset="0"/>
              </a:defRPr>
            </a:lvl1pPr>
          </a:lstStyle>
          <a:p>
            <a:r>
              <a:rPr lang="en-US" dirty="0"/>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Arial Nova" panose="020B05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subtitle</a:t>
            </a:r>
          </a:p>
        </p:txBody>
      </p:sp>
      <p:sp>
        <p:nvSpPr>
          <p:cNvPr id="17" name="Text Placeholder 16">
            <a:extLst>
              <a:ext uri="{FF2B5EF4-FFF2-40B4-BE49-F238E27FC236}">
                <a16:creationId xmlns:a16="http://schemas.microsoft.com/office/drawing/2014/main" id="{E6F838CB-CD72-2334-C381-9BF56F85A624}"/>
              </a:ext>
            </a:extLst>
          </p:cNvPr>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Arial Nova" panose="020B0504020202020204"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dirty="0"/>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8279296" y="6342033"/>
            <a:ext cx="3251319" cy="246221"/>
          </a:xfrm>
          <a:prstGeom prst="rect">
            <a:avLst/>
          </a:prstGeom>
          <a:solidFill>
            <a:schemeClr val="accent1"/>
          </a:solidFill>
        </p:spPr>
        <p:txBody>
          <a:bodyPr wrap="square">
            <a:spAutoFit/>
          </a:bodyPr>
          <a:lstStyle>
            <a:lvl1pPr algn="r">
              <a:defRPr sz="1000" b="1" i="0">
                <a:solidFill>
                  <a:schemeClr val="bg1"/>
                </a:solidFill>
                <a:latin typeface="Arial Nova" panose="020B0504020202020204" pitchFamily="34" charset="0"/>
              </a:defRPr>
            </a:lvl1pPr>
          </a:lstStyle>
          <a:p>
            <a:r>
              <a:rPr lang="en-US" dirty="0"/>
              <a:t>Copyright Stevens Institute of Technology ©  2022</a:t>
            </a:r>
          </a:p>
        </p:txBody>
      </p:sp>
    </p:spTree>
    <p:extLst>
      <p:ext uri="{BB962C8B-B14F-4D97-AF65-F5344CB8AC3E}">
        <p14:creationId xmlns:p14="http://schemas.microsoft.com/office/powerpoint/2010/main" val="117988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a:extLst>
              <a:ext uri="{FF2B5EF4-FFF2-40B4-BE49-F238E27FC236}">
                <a16:creationId xmlns:a16="http://schemas.microsoft.com/office/drawing/2014/main" id="{5DDDB80B-17FF-14EE-7F02-306E3A735FA0}"/>
              </a:ext>
            </a:extLst>
          </p:cNvPr>
          <p:cNvPicPr>
            <a:picLocks noChangeAspect="1"/>
          </p:cNvPicPr>
          <p:nvPr userDrawn="1"/>
        </p:nvPicPr>
        <p:blipFill rotWithShape="1">
          <a:blip r:embed="rId2"/>
          <a:srcRect l="16253"/>
          <a:stretch/>
        </p:blipFill>
        <p:spPr>
          <a:xfrm>
            <a:off x="2" y="0"/>
            <a:ext cx="8636340" cy="6858000"/>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0AB85730-9DAB-ABF0-A4D0-5DE36B82261D}"/>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subtitle</a:t>
            </a:r>
          </a:p>
        </p:txBody>
      </p:sp>
      <p:sp>
        <p:nvSpPr>
          <p:cNvPr id="12" name="Text Placeholder 16">
            <a:extLst>
              <a:ext uri="{FF2B5EF4-FFF2-40B4-BE49-F238E27FC236}">
                <a16:creationId xmlns:a16="http://schemas.microsoft.com/office/drawing/2014/main" id="{07BEFC5F-CD6D-A7BC-1322-BACD15CFA532}"/>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dirty="0"/>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extLst>
      <p:ext uri="{BB962C8B-B14F-4D97-AF65-F5344CB8AC3E}">
        <p14:creationId xmlns:p14="http://schemas.microsoft.com/office/powerpoint/2010/main" val="2184504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8C4886-2087-94B4-E2E5-4E48B7FF8FE2}"/>
              </a:ext>
            </a:extLst>
          </p:cNvPr>
          <p:cNvPicPr>
            <a:picLocks noChangeAspect="1"/>
          </p:cNvPicPr>
          <p:nvPr userDrawn="1"/>
        </p:nvPicPr>
        <p:blipFill rotWithShape="1">
          <a:blip r:embed="rId2"/>
          <a:srcRect l="103" r="14569"/>
          <a:stretch/>
        </p:blipFill>
        <p:spPr>
          <a:xfrm>
            <a:off x="-2033456" y="0"/>
            <a:ext cx="103924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B3488FA0-8E86-6BE9-82C5-43785B32427F}"/>
              </a:ext>
            </a:extLst>
          </p:cNvPr>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a:extLst>
              <a:ext uri="{FF2B5EF4-FFF2-40B4-BE49-F238E27FC236}">
                <a16:creationId xmlns:a16="http://schemas.microsoft.com/office/drawing/2014/main" id="{B9CC9AF6-817B-A87B-A5E6-9A6BE8BA0878}"/>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a:extLst>
              <a:ext uri="{FF2B5EF4-FFF2-40B4-BE49-F238E27FC236}">
                <a16:creationId xmlns:a16="http://schemas.microsoft.com/office/drawing/2014/main" id="{62636281-107E-01A8-5316-84DAA71CD1E3}"/>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subtitle</a:t>
            </a:r>
          </a:p>
        </p:txBody>
      </p:sp>
      <p:sp>
        <p:nvSpPr>
          <p:cNvPr id="13" name="Date Placeholder 3">
            <a:extLst>
              <a:ext uri="{FF2B5EF4-FFF2-40B4-BE49-F238E27FC236}">
                <a16:creationId xmlns:a16="http://schemas.microsoft.com/office/drawing/2014/main" id="{7651AF7A-8B71-B895-17ED-7EECAFEE7DE8}"/>
              </a:ext>
            </a:extLst>
          </p:cNvPr>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a:extLst>
              <a:ext uri="{FF2B5EF4-FFF2-40B4-BE49-F238E27FC236}">
                <a16:creationId xmlns:a16="http://schemas.microsoft.com/office/drawing/2014/main" id="{732F2640-D02F-0BD4-E9A8-A5FD3D27874E}"/>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dirty="0"/>
              <a:t>PRESENTER’S NAME</a:t>
            </a:r>
          </a:p>
        </p:txBody>
      </p:sp>
      <p:sp>
        <p:nvSpPr>
          <p:cNvPr id="15" name="TextBox 14">
            <a:extLst>
              <a:ext uri="{FF2B5EF4-FFF2-40B4-BE49-F238E27FC236}">
                <a16:creationId xmlns:a16="http://schemas.microsoft.com/office/drawing/2014/main" id="{7EBB0808-AF7F-629E-3160-773C1F8C9FE9}"/>
              </a:ext>
            </a:extLst>
          </p:cNvPr>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extLst>
      <p:ext uri="{BB962C8B-B14F-4D97-AF65-F5344CB8AC3E}">
        <p14:creationId xmlns:p14="http://schemas.microsoft.com/office/powerpoint/2010/main" val="1719410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a:extLst>
              <a:ext uri="{FF2B5EF4-FFF2-40B4-BE49-F238E27FC236}">
                <a16:creationId xmlns:a16="http://schemas.microsoft.com/office/drawing/2014/main" id="{D898D13A-F035-1AC4-E5CF-2B4EECBAA8E3}"/>
              </a:ext>
            </a:extLst>
          </p:cNvPr>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09EFC173-553B-6926-8999-560997D15CA1}"/>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45AB2B46-2729-15F1-5BB4-6B7ADEAC4AAE}"/>
              </a:ext>
            </a:extLst>
          </p:cNvPr>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a:extLst>
              <a:ext uri="{FF2B5EF4-FFF2-40B4-BE49-F238E27FC236}">
                <a16:creationId xmlns:a16="http://schemas.microsoft.com/office/drawing/2014/main" id="{A5953286-7208-5D15-2115-F32E5C24CE0F}"/>
              </a:ext>
            </a:extLst>
          </p:cNvPr>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Click to edit text</a:t>
            </a:r>
          </a:p>
        </p:txBody>
      </p:sp>
    </p:spTree>
    <p:extLst>
      <p:ext uri="{BB962C8B-B14F-4D97-AF65-F5344CB8AC3E}">
        <p14:creationId xmlns:p14="http://schemas.microsoft.com/office/powerpoint/2010/main" val="3430770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p:txBody>
          <a:bodyPr/>
          <a:lstStyle>
            <a:lvl1pPr marL="228600" indent="-228600">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07082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a:extLst>
              <a:ext uri="{FF2B5EF4-FFF2-40B4-BE49-F238E27FC236}">
                <a16:creationId xmlns:a16="http://schemas.microsoft.com/office/drawing/2014/main" id="{B7F9FF48-9E75-6C88-7706-B4D4B29E8027}"/>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a:xfrm>
            <a:off x="644771" y="2202874"/>
            <a:ext cx="10709031" cy="3879273"/>
          </a:xfrm>
        </p:spPr>
        <p:txBody>
          <a:bodyPr/>
          <a:lstStyle>
            <a:lvl1pPr>
              <a:buClr>
                <a:srgbClr val="004380"/>
              </a:buClr>
              <a:defRPr/>
            </a:lvl1pPr>
            <a:lvl2pPr>
              <a:buClr>
                <a:srgbClr val="004380"/>
              </a:buClr>
              <a:defRPr/>
            </a:lvl2pPr>
            <a:lvl3pPr>
              <a:buClr>
                <a:srgbClr val="004380"/>
              </a:buClr>
              <a:defRPr/>
            </a:lvl3pPr>
            <a:lvl4pPr>
              <a:buClr>
                <a:srgbClr val="004380"/>
              </a:buClr>
              <a:defRPr/>
            </a:lvl4pPr>
            <a:lvl5pPr>
              <a:buClr>
                <a:srgbClr val="00438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7373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02089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639866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410B2EF-F0F6-7528-D1AE-B660054C2BB6}"/>
              </a:ext>
            </a:extLst>
          </p:cNvPr>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a:extLst>
              <a:ext uri="{FF2B5EF4-FFF2-40B4-BE49-F238E27FC236}">
                <a16:creationId xmlns:a16="http://schemas.microsoft.com/office/drawing/2014/main" id="{38C80B25-96A7-774E-2468-5777A0523942}"/>
              </a:ext>
            </a:extLst>
          </p:cNvPr>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267947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34900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81142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F436CFC-B187-8D35-9B90-53CDD3C63724}"/>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200513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dirty="0"/>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508237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FB8F7E-E499-364F-DBBC-112AB229FB0F}"/>
              </a:ext>
            </a:extLst>
          </p:cNvPr>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a:extLst>
              <a:ext uri="{FF2B5EF4-FFF2-40B4-BE49-F238E27FC236}">
                <a16:creationId xmlns:a16="http://schemas.microsoft.com/office/drawing/2014/main" id="{C2104D11-CF58-8BD0-F89F-27B8D217FA90}"/>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97548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4C1-7A20-8CB4-3DD4-EB8A50BB8128}"/>
              </a:ext>
            </a:extLst>
          </p:cNvPr>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a:extLst>
              <a:ext uri="{FF2B5EF4-FFF2-40B4-BE49-F238E27FC236}">
                <a16:creationId xmlns:a16="http://schemas.microsoft.com/office/drawing/2014/main" id="{817277B2-0A2F-FA77-9E15-CA3A58A5B545}"/>
              </a:ext>
            </a:extLst>
          </p:cNvPr>
          <p:cNvSpPr>
            <a:spLocks noGrp="1"/>
          </p:cNvSpPr>
          <p:nvPr>
            <p:ph type="body" idx="1" hasCustomPrompt="1"/>
          </p:nvPr>
        </p:nvSpPr>
        <p:spPr>
          <a:xfrm>
            <a:off x="644772"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text</a:t>
            </a:r>
          </a:p>
        </p:txBody>
      </p:sp>
      <p:sp>
        <p:nvSpPr>
          <p:cNvPr id="4" name="Content Placeholder 3">
            <a:extLst>
              <a:ext uri="{FF2B5EF4-FFF2-40B4-BE49-F238E27FC236}">
                <a16:creationId xmlns:a16="http://schemas.microsoft.com/office/drawing/2014/main" id="{07B25F01-3996-B6B6-F8FD-75E9120A8843}"/>
              </a:ext>
            </a:extLst>
          </p:cNvPr>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F473F84-FD9A-282A-FBCC-F5ADD527FC9F}"/>
              </a:ext>
            </a:extLst>
          </p:cNvPr>
          <p:cNvSpPr>
            <a:spLocks noGrp="1"/>
          </p:cNvSpPr>
          <p:nvPr>
            <p:ph type="body" sz="quarter" idx="3" hasCustomPrompt="1"/>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text</a:t>
            </a:r>
          </a:p>
        </p:txBody>
      </p:sp>
      <p:sp>
        <p:nvSpPr>
          <p:cNvPr id="6" name="Content Placeholder 5">
            <a:extLst>
              <a:ext uri="{FF2B5EF4-FFF2-40B4-BE49-F238E27FC236}">
                <a16:creationId xmlns:a16="http://schemas.microsoft.com/office/drawing/2014/main" id="{5EE5DE14-382A-1AC7-A660-8E5831B83608}"/>
              </a:ext>
            </a:extLst>
          </p:cNvPr>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9E6D1FFC-28E6-E13A-7721-39658D2AA087}"/>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920924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7957-9EED-8271-0E72-EFAE0371AF15}"/>
              </a:ext>
            </a:extLst>
          </p:cNvPr>
          <p:cNvSpPr>
            <a:spLocks noGrp="1"/>
          </p:cNvSpPr>
          <p:nvPr>
            <p:ph type="title" hasCustomPrompt="1"/>
          </p:nvPr>
        </p:nvSpPr>
        <p:spPr/>
        <p:txBody>
          <a:bodyPr/>
          <a:lstStyle/>
          <a:p>
            <a:r>
              <a:rPr lang="en-US" dirty="0"/>
              <a:t>CLICK TO EDIT TITLE</a:t>
            </a:r>
          </a:p>
        </p:txBody>
      </p:sp>
      <p:sp>
        <p:nvSpPr>
          <p:cNvPr id="5" name="Slide Number Placeholder 4">
            <a:extLst>
              <a:ext uri="{FF2B5EF4-FFF2-40B4-BE49-F238E27FC236}">
                <a16:creationId xmlns:a16="http://schemas.microsoft.com/office/drawing/2014/main" id="{D555F4F9-1684-DE61-8B6E-9C5982CDC272}"/>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05363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93D118-64C2-DAF8-93EF-9D41A6B09A50}"/>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526407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46ACC9-E2A9-486E-5749-83DDF3B956C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extLst>
      <p:ext uri="{BB962C8B-B14F-4D97-AF65-F5344CB8AC3E}">
        <p14:creationId xmlns:p14="http://schemas.microsoft.com/office/powerpoint/2010/main" val="2920050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ABF1B99-BFB4-0688-A8CA-067A988DADEC}"/>
              </a:ext>
            </a:extLst>
          </p:cNvPr>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a:extLst>
              <a:ext uri="{FF2B5EF4-FFF2-40B4-BE49-F238E27FC236}">
                <a16:creationId xmlns:a16="http://schemas.microsoft.com/office/drawing/2014/main" id="{A1A211F7-F5B3-755A-0FE9-7416E5B6D3BB}"/>
              </a:ext>
            </a:extLst>
          </p:cNvPr>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1DCA10-F271-79EA-C335-35398B7961CF}"/>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dirty="0"/>
              <a:t>Click to edit text</a:t>
            </a:r>
          </a:p>
        </p:txBody>
      </p:sp>
      <p:sp>
        <p:nvSpPr>
          <p:cNvPr id="2" name="Title 1">
            <a:extLst>
              <a:ext uri="{FF2B5EF4-FFF2-40B4-BE49-F238E27FC236}">
                <a16:creationId xmlns:a16="http://schemas.microsoft.com/office/drawing/2014/main" id="{F7F18D82-BCB2-4520-6E3E-BC47DF6E92F2}"/>
              </a:ext>
            </a:extLst>
          </p:cNvPr>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extLst>
      <p:ext uri="{BB962C8B-B14F-4D97-AF65-F5344CB8AC3E}">
        <p14:creationId xmlns:p14="http://schemas.microsoft.com/office/powerpoint/2010/main" val="6845703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DE9B-54A8-866E-B788-EB3968761BC7}"/>
              </a:ext>
            </a:extLst>
          </p:cNvPr>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a:extLst>
              <a:ext uri="{FF2B5EF4-FFF2-40B4-BE49-F238E27FC236}">
                <a16:creationId xmlns:a16="http://schemas.microsoft.com/office/drawing/2014/main" id="{B31F6659-DAE0-7160-C9F6-2C8137D933BD}"/>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dirty="0"/>
              <a:t>Click to edit text</a:t>
            </a:r>
          </a:p>
        </p:txBody>
      </p:sp>
      <p:sp>
        <p:nvSpPr>
          <p:cNvPr id="3" name="Picture Placeholder 2">
            <a:extLst>
              <a:ext uri="{FF2B5EF4-FFF2-40B4-BE49-F238E27FC236}">
                <a16:creationId xmlns:a16="http://schemas.microsoft.com/office/drawing/2014/main" id="{3F05E2B1-FC9F-DFC8-B82B-3A9D2B911EBC}"/>
              </a:ext>
            </a:extLst>
          </p:cNvPr>
          <p:cNvSpPr>
            <a:spLocks noGrp="1"/>
          </p:cNvSpPr>
          <p:nvPr>
            <p:ph type="pic" idx="1"/>
          </p:nvPr>
        </p:nvSpPr>
        <p:spPr>
          <a:xfrm>
            <a:off x="5183188" y="987428"/>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dirty="0"/>
          </a:p>
        </p:txBody>
      </p:sp>
      <p:sp>
        <p:nvSpPr>
          <p:cNvPr id="7" name="Slide Number Placeholder 6">
            <a:extLst>
              <a:ext uri="{FF2B5EF4-FFF2-40B4-BE49-F238E27FC236}">
                <a16:creationId xmlns:a16="http://schemas.microsoft.com/office/drawing/2014/main" id="{330ECE5B-0146-1148-6A0D-A0F447C354AC}"/>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693715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B4C-D932-924C-A9B9-A7396B7CB503}"/>
              </a:ext>
            </a:extLst>
          </p:cNvPr>
          <p:cNvSpPr>
            <a:spLocks noGrp="1"/>
          </p:cNvSpPr>
          <p:nvPr>
            <p:ph type="title" hasCustomPrompt="1"/>
          </p:nvPr>
        </p:nvSpPr>
        <p:spPr/>
        <p:txBody>
          <a:bodyPr/>
          <a:lstStyle/>
          <a:p>
            <a:r>
              <a:rPr lang="en-US" dirty="0"/>
              <a:t>Click to edit title</a:t>
            </a:r>
          </a:p>
        </p:txBody>
      </p:sp>
      <p:sp>
        <p:nvSpPr>
          <p:cNvPr id="3" name="Vertical Text Placeholder 2">
            <a:extLst>
              <a:ext uri="{FF2B5EF4-FFF2-40B4-BE49-F238E27FC236}">
                <a16:creationId xmlns:a16="http://schemas.microsoft.com/office/drawing/2014/main" id="{61DF67A6-D1DA-71BB-CCFF-678D91838913}"/>
              </a:ext>
            </a:extLst>
          </p:cNvPr>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9482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CFDF3-4C0B-B588-73E9-559E689FE0AF}"/>
              </a:ext>
            </a:extLst>
          </p:cNvPr>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E20EF8-D417-90E9-AEFA-DB28B8392B89}"/>
              </a:ext>
            </a:extLst>
          </p:cNvPr>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8391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a:extLst>
              <a:ext uri="{FF2B5EF4-FFF2-40B4-BE49-F238E27FC236}">
                <a16:creationId xmlns:a16="http://schemas.microsoft.com/office/drawing/2014/main" id="{206FAFD8-028E-613E-F668-7FDFC37E002D}"/>
              </a:ext>
            </a:extLst>
          </p:cNvPr>
          <p:cNvPicPr>
            <a:picLocks noChangeAspect="1"/>
          </p:cNvPicPr>
          <p:nvPr userDrawn="1"/>
        </p:nvPicPr>
        <p:blipFill rotWithShape="1">
          <a:blip r:embed="rId2"/>
          <a:srcRect l="28985"/>
          <a:stretch/>
        </p:blipFill>
        <p:spPr>
          <a:xfrm>
            <a:off x="2" y="0"/>
            <a:ext cx="7305260" cy="6858000"/>
          </a:xfrm>
          <a:prstGeom prst="rect">
            <a:avLst/>
          </a:prstGeom>
        </p:spPr>
      </p:pic>
      <p:pic>
        <p:nvPicPr>
          <p:cNvPr id="3" name="Picture 2" descr="A picture containing shape&#10;&#10;Description automatically generated">
            <a:extLst>
              <a:ext uri="{FF2B5EF4-FFF2-40B4-BE49-F238E27FC236}">
                <a16:creationId xmlns:a16="http://schemas.microsoft.com/office/drawing/2014/main" id="{E12E123F-8311-330F-DB73-3B618A779343}"/>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84B2191C-6994-71BA-A63E-85F5AF6A9776}"/>
              </a:ext>
            </a:extLst>
          </p:cNvPr>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a:extLst>
              <a:ext uri="{FF2B5EF4-FFF2-40B4-BE49-F238E27FC236}">
                <a16:creationId xmlns:a16="http://schemas.microsoft.com/office/drawing/2014/main" id="{7F2600DA-4934-A3D7-306B-06292C3154B8}"/>
              </a:ext>
            </a:extLst>
          </p:cNvPr>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extLst>
      <p:ext uri="{BB962C8B-B14F-4D97-AF65-F5344CB8AC3E}">
        <p14:creationId xmlns:p14="http://schemas.microsoft.com/office/powerpoint/2010/main" val="600712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C58314-C2CD-B536-46C4-9B698E81FD0F}"/>
              </a:ext>
            </a:extLst>
          </p:cNvPr>
          <p:cNvPicPr>
            <a:picLocks noChangeAspect="1"/>
          </p:cNvPicPr>
          <p:nvPr userDrawn="1"/>
        </p:nvPicPr>
        <p:blipFill>
          <a:blip r:embed="rId25"/>
          <a:stretch>
            <a:fillRect/>
          </a:stretch>
        </p:blipFill>
        <p:spPr>
          <a:xfrm>
            <a:off x="0" y="-216035"/>
            <a:ext cx="12192000" cy="6858000"/>
          </a:xfrm>
          <a:prstGeom prst="rect">
            <a:avLst/>
          </a:prstGeom>
        </p:spPr>
      </p:pic>
      <p:sp>
        <p:nvSpPr>
          <p:cNvPr id="2" name="Title Placeholder 1">
            <a:extLst>
              <a:ext uri="{FF2B5EF4-FFF2-40B4-BE49-F238E27FC236}">
                <a16:creationId xmlns:a16="http://schemas.microsoft.com/office/drawing/2014/main" id="{3D8260AC-B27C-DE3D-E8FB-3000BB8698CA}"/>
              </a:ext>
            </a:extLst>
          </p:cNvPr>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a:extLst>
              <a:ext uri="{FF2B5EF4-FFF2-40B4-BE49-F238E27FC236}">
                <a16:creationId xmlns:a16="http://schemas.microsoft.com/office/drawing/2014/main" id="{227D0E4D-9C81-2FCD-CDF4-6788792CAAEC}"/>
              </a:ext>
            </a:extLst>
          </p:cNvPr>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FF5758-A04B-569F-5DA2-3E27D28C73D9}"/>
              </a:ext>
            </a:extLst>
          </p:cNvPr>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pPr/>
              <a:t>‹#›</a:t>
            </a:fld>
            <a:endParaRPr lang="en-US" dirty="0"/>
          </a:p>
        </p:txBody>
      </p:sp>
    </p:spTree>
    <p:extLst>
      <p:ext uri="{BB962C8B-B14F-4D97-AF65-F5344CB8AC3E}">
        <p14:creationId xmlns:p14="http://schemas.microsoft.com/office/powerpoint/2010/main" val="34854453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72" r:id="rId3"/>
    <p:sldLayoutId id="2147483651" r:id="rId4"/>
    <p:sldLayoutId id="2147483650" r:id="rId5"/>
    <p:sldLayoutId id="2147483662" r:id="rId6"/>
    <p:sldLayoutId id="2147483652" r:id="rId7"/>
    <p:sldLayoutId id="2147483670" r:id="rId8"/>
    <p:sldLayoutId id="2147483671" r:id="rId9"/>
    <p:sldLayoutId id="2147483665" r:id="rId10"/>
    <p:sldLayoutId id="2147483666" r:id="rId11"/>
    <p:sldLayoutId id="2147483668" r:id="rId12"/>
    <p:sldLayoutId id="2147483667" r:id="rId13"/>
    <p:sldLayoutId id="2147483664" r:id="rId14"/>
    <p:sldLayoutId id="2147483653" r:id="rId15"/>
    <p:sldLayoutId id="2147483654" r:id="rId16"/>
    <p:sldLayoutId id="2147483655" r:id="rId17"/>
    <p:sldLayoutId id="2147483663" r:id="rId18"/>
    <p:sldLayoutId id="2147483656" r:id="rId19"/>
    <p:sldLayoutId id="2147483657" r:id="rId20"/>
    <p:sldLayoutId id="2147483658" r:id="rId21"/>
    <p:sldLayoutId id="2147483659" r:id="rId22"/>
    <p:sldLayoutId id="2147483669" r:id="rId23"/>
  </p:sldLayoutIdLst>
  <p:hf hdr="0" ftr="0"/>
  <p:txStyles>
    <p:titleStyle>
      <a:lvl1pPr algn="l" defTabSz="914354" rtl="0" eaLnBrk="1" latinLnBrk="0" hangingPunct="1">
        <a:lnSpc>
          <a:spcPct val="90000"/>
        </a:lnSpc>
        <a:spcBef>
          <a:spcPct val="0"/>
        </a:spcBef>
        <a:buNone/>
        <a:defRPr sz="4000" b="1" i="0" kern="1200">
          <a:solidFill>
            <a:schemeClr val="tx1"/>
          </a:solidFill>
          <a:latin typeface="Arial Nova" panose="020B0504020202020204" pitchFamily="34" charset="0"/>
          <a:ea typeface="+mj-ea"/>
          <a:cs typeface="+mj-cs"/>
        </a:defRPr>
      </a:lvl1pPr>
    </p:titleStyle>
    <p:bodyStyle>
      <a:lvl1pPr marL="228600" indent="-228600" algn="l" defTabSz="914354" rtl="0" eaLnBrk="1" latinLnBrk="0" hangingPunct="1">
        <a:lnSpc>
          <a:spcPct val="90000"/>
        </a:lnSpc>
        <a:spcBef>
          <a:spcPts val="1000"/>
        </a:spcBef>
        <a:buClr>
          <a:schemeClr val="tx2"/>
        </a:buClr>
        <a:buFont typeface="Wingdings" pitchFamily="2" charset="2"/>
        <a:buChar char="§"/>
        <a:defRPr sz="1800" b="0" i="0" kern="1200">
          <a:solidFill>
            <a:schemeClr val="tx1"/>
          </a:solidFill>
          <a:latin typeface="Arial Nova" panose="020B0504020202020204" pitchFamily="34" charset="0"/>
          <a:ea typeface="+mn-ea"/>
          <a:cs typeface="+mn-cs"/>
        </a:defRPr>
      </a:lvl1pPr>
      <a:lvl2pPr marL="502920" indent="-228600" algn="l" defTabSz="914354" rtl="0" eaLnBrk="1" latinLnBrk="0" hangingPunct="1">
        <a:lnSpc>
          <a:spcPct val="90000"/>
        </a:lnSpc>
        <a:spcBef>
          <a:spcPts val="500"/>
        </a:spcBef>
        <a:buClr>
          <a:schemeClr val="tx2"/>
        </a:buClr>
        <a:buFont typeface="System Font Regular"/>
        <a:buChar char="-"/>
        <a:defRPr sz="1800" b="0" i="0" kern="1200">
          <a:solidFill>
            <a:schemeClr val="tx1"/>
          </a:solidFill>
          <a:latin typeface="Arial Nova" panose="020B0504020202020204" pitchFamily="34" charset="0"/>
          <a:ea typeface="+mn-ea"/>
          <a:cs typeface="+mn-cs"/>
        </a:defRPr>
      </a:lvl2pPr>
      <a:lvl3pPr marL="777240" indent="-228600" algn="l" defTabSz="914354" rtl="0" eaLnBrk="1" latinLnBrk="0" hangingPunct="1">
        <a:lnSpc>
          <a:spcPct val="90000"/>
        </a:lnSpc>
        <a:spcBef>
          <a:spcPts val="500"/>
        </a:spcBef>
        <a:buClr>
          <a:schemeClr val="tx2"/>
        </a:buClr>
        <a:buFont typeface="System Font Regular"/>
        <a:buChar char="-"/>
        <a:defRPr sz="1600" b="0" i="0" kern="1200">
          <a:solidFill>
            <a:schemeClr val="tx1"/>
          </a:solidFill>
          <a:latin typeface="Arial Nova" panose="020B0504020202020204" pitchFamily="34" charset="0"/>
          <a:ea typeface="+mn-ea"/>
          <a:cs typeface="+mn-cs"/>
        </a:defRPr>
      </a:lvl3pPr>
      <a:lvl4pPr marL="1005840" indent="-228600" algn="l" defTabSz="914354" rtl="0" eaLnBrk="1" latinLnBrk="0" hangingPunct="1">
        <a:lnSpc>
          <a:spcPct val="90000"/>
        </a:lnSpc>
        <a:spcBef>
          <a:spcPts val="500"/>
        </a:spcBef>
        <a:buClr>
          <a:schemeClr val="tx2"/>
        </a:buClr>
        <a:buFont typeface="System Font Regular"/>
        <a:buChar char="-"/>
        <a:defRPr sz="1600" b="0" i="0" kern="1200">
          <a:solidFill>
            <a:schemeClr val="tx1"/>
          </a:solidFill>
          <a:latin typeface="Arial Nova" panose="020B0504020202020204" pitchFamily="34" charset="0"/>
          <a:ea typeface="+mn-ea"/>
          <a:cs typeface="+mn-cs"/>
        </a:defRPr>
      </a:lvl4pPr>
      <a:lvl5pPr marL="1280160" indent="-228600" algn="l" defTabSz="914354" rtl="0" eaLnBrk="1" latinLnBrk="0" hangingPunct="1">
        <a:lnSpc>
          <a:spcPct val="90000"/>
        </a:lnSpc>
        <a:spcBef>
          <a:spcPts val="500"/>
        </a:spcBef>
        <a:buClr>
          <a:schemeClr val="tx2"/>
        </a:buClr>
        <a:buFont typeface="System Font Regular"/>
        <a:buChar char="-"/>
        <a:defRPr sz="1400" b="0" i="0" kern="1200">
          <a:solidFill>
            <a:schemeClr val="tx1"/>
          </a:solidFill>
          <a:latin typeface="Arial Nova" panose="020B0504020202020204" pitchFamily="34"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0968D9-35B6-3681-6045-6E282ACC0210}"/>
              </a:ext>
            </a:extLst>
          </p:cNvPr>
          <p:cNvSpPr>
            <a:spLocks noGrp="1"/>
          </p:cNvSpPr>
          <p:nvPr>
            <p:ph type="dt" sz="half" idx="10"/>
          </p:nvPr>
        </p:nvSpPr>
        <p:spPr/>
        <p:txBody>
          <a:bodyPr/>
          <a:lstStyle/>
          <a:p>
            <a:r>
              <a:rPr lang="en-US" dirty="0"/>
              <a:t>Semester/Year</a:t>
            </a:r>
          </a:p>
        </p:txBody>
      </p:sp>
      <p:sp>
        <p:nvSpPr>
          <p:cNvPr id="8" name="Rectangle: Rounded Corners 7">
            <a:extLst>
              <a:ext uri="{FF2B5EF4-FFF2-40B4-BE49-F238E27FC236}">
                <a16:creationId xmlns:a16="http://schemas.microsoft.com/office/drawing/2014/main" id="{ADBB0C7B-4B52-140B-EE50-8F62B5CA675A}"/>
              </a:ext>
            </a:extLst>
          </p:cNvPr>
          <p:cNvSpPr/>
          <p:nvPr/>
        </p:nvSpPr>
        <p:spPr>
          <a:xfrm>
            <a:off x="10441214" y="6259285"/>
            <a:ext cx="1097642" cy="41728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60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87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E5F6-C34E-D6D4-BC59-20FBAF025E62}"/>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49E18032-3E12-28C1-954C-3C5F7A278208}"/>
              </a:ext>
            </a:extLst>
          </p:cNvPr>
          <p:cNvSpPr>
            <a:spLocks noGrp="1"/>
          </p:cNvSpPr>
          <p:nvPr>
            <p:ph type="body" sz="quarter" idx="13"/>
          </p:nvPr>
        </p:nvSpPr>
        <p:spPr/>
        <p:txBody>
          <a:bodyPr/>
          <a:lstStyle/>
          <a:p>
            <a:endParaRPr lang="en-US" dirty="0">
              <a:latin typeface="Arial Nova" panose="020B0504020202020204" pitchFamily="34" charset="0"/>
            </a:endParaRPr>
          </a:p>
        </p:txBody>
      </p:sp>
      <p:sp>
        <p:nvSpPr>
          <p:cNvPr id="4" name="Content Placeholder 3">
            <a:extLst>
              <a:ext uri="{FF2B5EF4-FFF2-40B4-BE49-F238E27FC236}">
                <a16:creationId xmlns:a16="http://schemas.microsoft.com/office/drawing/2014/main" id="{E41D19AB-5489-3E2B-B8F8-A5E4EF483F75}"/>
              </a:ext>
            </a:extLst>
          </p:cNvPr>
          <p:cNvSpPr>
            <a:spLocks noGrp="1"/>
          </p:cNvSpPr>
          <p:nvPr>
            <p:ph idx="1"/>
          </p:nvPr>
        </p:nvSpPr>
        <p:spPr/>
        <p:txBody>
          <a:bodyPr/>
          <a:lstStyle/>
          <a:p>
            <a:endParaRPr lang="en-US" dirty="0"/>
          </a:p>
        </p:txBody>
      </p:sp>
      <p:sp>
        <p:nvSpPr>
          <p:cNvPr id="5" name="Slide Number Placeholder 4">
            <a:extLst>
              <a:ext uri="{FF2B5EF4-FFF2-40B4-BE49-F238E27FC236}">
                <a16:creationId xmlns:a16="http://schemas.microsoft.com/office/drawing/2014/main" id="{597490B5-3A25-53EB-EC91-CC68C14FC399}"/>
              </a:ext>
            </a:extLst>
          </p:cNvPr>
          <p:cNvSpPr>
            <a:spLocks noGrp="1"/>
          </p:cNvSpPr>
          <p:nvPr>
            <p:ph type="sldNum" sz="quarter" idx="12"/>
          </p:nvPr>
        </p:nvSpPr>
        <p:spPr/>
        <p:txBody>
          <a:bodyPr/>
          <a:lstStyle/>
          <a:p>
            <a:fld id="{4267CD5E-26CF-4249-8540-BB1D07FD4227}" type="slidenum">
              <a:rPr lang="en-US" smtClean="0"/>
              <a:t>3</a:t>
            </a:fld>
            <a:endParaRPr lang="en-US"/>
          </a:p>
        </p:txBody>
      </p:sp>
    </p:spTree>
    <p:extLst>
      <p:ext uri="{BB962C8B-B14F-4D97-AF65-F5344CB8AC3E}">
        <p14:creationId xmlns:p14="http://schemas.microsoft.com/office/powerpoint/2010/main" val="1579201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91F3-1821-3D31-168F-48F8CACCB53B}"/>
              </a:ext>
            </a:extLst>
          </p:cNvPr>
          <p:cNvSpPr>
            <a:spLocks noGrp="1"/>
          </p:cNvSpPr>
          <p:nvPr>
            <p:ph type="ctrTitle"/>
          </p:nvPr>
        </p:nvSpPr>
        <p:spPr/>
        <p:txBody>
          <a:bodyPr/>
          <a:lstStyle/>
          <a:p>
            <a:r>
              <a:rPr lang="en-US" dirty="0">
                <a:latin typeface="Arial Nova" panose="020B0504020202020204" pitchFamily="34" charset="0"/>
              </a:rPr>
              <a:t>Thank you!</a:t>
            </a:r>
          </a:p>
        </p:txBody>
      </p:sp>
      <p:sp>
        <p:nvSpPr>
          <p:cNvPr id="5" name="Date Placeholder 4">
            <a:extLst>
              <a:ext uri="{FF2B5EF4-FFF2-40B4-BE49-F238E27FC236}">
                <a16:creationId xmlns:a16="http://schemas.microsoft.com/office/drawing/2014/main" id="{5A7B4C4A-3560-A17B-D525-F81A7A600AF5}"/>
              </a:ext>
            </a:extLst>
          </p:cNvPr>
          <p:cNvSpPr>
            <a:spLocks noGrp="1"/>
          </p:cNvSpPr>
          <p:nvPr>
            <p:ph type="dt" sz="half" idx="10"/>
          </p:nvPr>
        </p:nvSpPr>
        <p:spPr/>
        <p:txBody>
          <a:bodyPr/>
          <a:lstStyle/>
          <a:p>
            <a:r>
              <a:rPr lang="en-US" dirty="0">
                <a:latin typeface="Arial Nova" panose="020B0504020202020204" pitchFamily="34" charset="0"/>
              </a:rPr>
              <a:t>Date</a:t>
            </a:r>
          </a:p>
        </p:txBody>
      </p:sp>
      <p:sp>
        <p:nvSpPr>
          <p:cNvPr id="6" name="Rectangle 5">
            <a:extLst>
              <a:ext uri="{FF2B5EF4-FFF2-40B4-BE49-F238E27FC236}">
                <a16:creationId xmlns:a16="http://schemas.microsoft.com/office/drawing/2014/main" id="{5332E21D-2DD1-834A-C718-6E425340BD4D}"/>
              </a:ext>
            </a:extLst>
          </p:cNvPr>
          <p:cNvSpPr/>
          <p:nvPr/>
        </p:nvSpPr>
        <p:spPr>
          <a:xfrm>
            <a:off x="11012713" y="6259286"/>
            <a:ext cx="616857" cy="3991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6404655"/>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653</TotalTime>
  <Words>8</Words>
  <Application>Microsoft Macintosh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vt:i4>
      </vt:variant>
    </vt:vector>
  </HeadingPairs>
  <TitlesOfParts>
    <vt:vector size="14" baseType="lpstr">
      <vt:lpstr>Arial</vt:lpstr>
      <vt:lpstr>Arial Nova</vt:lpstr>
      <vt:lpstr>Calibri</vt:lpstr>
      <vt:lpstr>IBM Plex Sans</vt:lpstr>
      <vt:lpstr>IBM Plex Sans Light</vt:lpstr>
      <vt:lpstr>IBM Plex Sans SemiBold</vt:lpstr>
      <vt:lpstr>Saira Condensed Condensed Light</vt:lpstr>
      <vt:lpstr>System Font Regular</vt:lpstr>
      <vt:lpstr>Wingdings</vt:lpstr>
      <vt:lpstr>Office Theme</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Mohit Manoj Goplani</cp:lastModifiedBy>
  <cp:revision>50</cp:revision>
  <dcterms:created xsi:type="dcterms:W3CDTF">2022-06-10T19:28:06Z</dcterms:created>
  <dcterms:modified xsi:type="dcterms:W3CDTF">2026-08-03T17:20:27Z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2022-08-19T19:12:43Z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8089513a-e98b-424c-aec4-994e813c0d9d</vt:lpwstr>
  </property>
  <property fmtid="{D5CDD505-2E9C-101B-9397-08002B2CF9AE}" pid="8" name="MSIP_Label_a73fd474-4f3c-44ed-88fb-5cc4bd2471bf_ContentBits">
    <vt:lpwstr>0</vt:lpwstr>
  </property>
</Properties>
</file>